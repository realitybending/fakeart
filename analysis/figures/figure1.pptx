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35999738" cy="3599973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7C00"/>
    <a:srgbClr val="3A46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364" y="-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9981" y="5891626"/>
            <a:ext cx="30599777" cy="12533242"/>
          </a:xfrm>
        </p:spPr>
        <p:txBody>
          <a:bodyPr anchor="b"/>
          <a:lstStyle>
            <a:lvl1pPr algn="ctr"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499967" y="18908198"/>
            <a:ext cx="26999804" cy="8691601"/>
          </a:xfrm>
        </p:spPr>
        <p:txBody>
          <a:bodyPr/>
          <a:lstStyle>
            <a:lvl1pPr marL="0" indent="0" algn="ctr">
              <a:buNone/>
              <a:defRPr sz="9449"/>
            </a:lvl1pPr>
            <a:lvl2pPr marL="1799996" indent="0" algn="ctr">
              <a:buNone/>
              <a:defRPr sz="7874"/>
            </a:lvl2pPr>
            <a:lvl3pPr marL="3599993" indent="0" algn="ctr">
              <a:buNone/>
              <a:defRPr sz="7087"/>
            </a:lvl3pPr>
            <a:lvl4pPr marL="5399989" indent="0" algn="ctr">
              <a:buNone/>
              <a:defRPr sz="6299"/>
            </a:lvl4pPr>
            <a:lvl5pPr marL="7199986" indent="0" algn="ctr">
              <a:buNone/>
              <a:defRPr sz="6299"/>
            </a:lvl5pPr>
            <a:lvl6pPr marL="8999982" indent="0" algn="ctr">
              <a:buNone/>
              <a:defRPr sz="6299"/>
            </a:lvl6pPr>
            <a:lvl7pPr marL="10799978" indent="0" algn="ctr">
              <a:buNone/>
              <a:defRPr sz="6299"/>
            </a:lvl7pPr>
            <a:lvl8pPr marL="12599975" indent="0" algn="ctr">
              <a:buNone/>
              <a:defRPr sz="6299"/>
            </a:lvl8pPr>
            <a:lvl9pPr marL="14399971" indent="0" algn="ctr">
              <a:buNone/>
              <a:defRPr sz="6299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7518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99669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234" y="8974945"/>
            <a:ext cx="31049774" cy="14974888"/>
          </a:xfrm>
        </p:spPr>
        <p:txBody>
          <a:bodyPr anchor="b"/>
          <a:lstStyle>
            <a:lvl1pPr>
              <a:defRPr sz="23622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234" y="24091502"/>
            <a:ext cx="31049774" cy="7874940"/>
          </a:xfrm>
        </p:spPr>
        <p:txBody>
          <a:bodyPr/>
          <a:lstStyle>
            <a:lvl1pPr marL="0" indent="0">
              <a:buNone/>
              <a:defRPr sz="9449">
                <a:solidFill>
                  <a:schemeClr val="tx1">
                    <a:tint val="82000"/>
                  </a:schemeClr>
                </a:solidFill>
              </a:defRPr>
            </a:lvl1pPr>
            <a:lvl2pPr marL="1799996" indent="0">
              <a:buNone/>
              <a:defRPr sz="7874">
                <a:solidFill>
                  <a:schemeClr val="tx1">
                    <a:tint val="82000"/>
                  </a:schemeClr>
                </a:solidFill>
              </a:defRPr>
            </a:lvl2pPr>
            <a:lvl3pPr marL="3599993" indent="0">
              <a:buNone/>
              <a:defRPr sz="7087">
                <a:solidFill>
                  <a:schemeClr val="tx1">
                    <a:tint val="82000"/>
                  </a:schemeClr>
                </a:solidFill>
              </a:defRPr>
            </a:lvl3pPr>
            <a:lvl4pPr marL="5399989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4pPr>
            <a:lvl5pPr marL="7199986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5pPr>
            <a:lvl6pPr marL="8999982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6pPr>
            <a:lvl7pPr marL="10799978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7pPr>
            <a:lvl8pPr marL="12599975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8pPr>
            <a:lvl9pPr marL="14399971" indent="0">
              <a:buNone/>
              <a:defRPr sz="6299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190427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4982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4867" y="9583264"/>
            <a:ext cx="15299889" cy="228415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60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1916661"/>
            <a:ext cx="31049774" cy="695828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9675" y="8824938"/>
            <a:ext cx="15229574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9675" y="13149904"/>
            <a:ext cx="15229574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4869" y="8824938"/>
            <a:ext cx="15304578" cy="4324966"/>
          </a:xfrm>
        </p:spPr>
        <p:txBody>
          <a:bodyPr anchor="b"/>
          <a:lstStyle>
            <a:lvl1pPr marL="0" indent="0">
              <a:buNone/>
              <a:defRPr sz="9449" b="1"/>
            </a:lvl1pPr>
            <a:lvl2pPr marL="1799996" indent="0">
              <a:buNone/>
              <a:defRPr sz="7874" b="1"/>
            </a:lvl2pPr>
            <a:lvl3pPr marL="3599993" indent="0">
              <a:buNone/>
              <a:defRPr sz="7087" b="1"/>
            </a:lvl3pPr>
            <a:lvl4pPr marL="5399989" indent="0">
              <a:buNone/>
              <a:defRPr sz="6299" b="1"/>
            </a:lvl4pPr>
            <a:lvl5pPr marL="7199986" indent="0">
              <a:buNone/>
              <a:defRPr sz="6299" b="1"/>
            </a:lvl5pPr>
            <a:lvl6pPr marL="8999982" indent="0">
              <a:buNone/>
              <a:defRPr sz="6299" b="1"/>
            </a:lvl6pPr>
            <a:lvl7pPr marL="10799978" indent="0">
              <a:buNone/>
              <a:defRPr sz="6299" b="1"/>
            </a:lvl7pPr>
            <a:lvl8pPr marL="12599975" indent="0">
              <a:buNone/>
              <a:defRPr sz="6299" b="1"/>
            </a:lvl8pPr>
            <a:lvl9pPr marL="14399971" indent="0">
              <a:buNone/>
              <a:defRPr sz="6299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4869" y="13149904"/>
            <a:ext cx="15304578" cy="1934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592938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659429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13635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4578" y="5183304"/>
            <a:ext cx="18224867" cy="25583147"/>
          </a:xfrm>
        </p:spPr>
        <p:txBody>
          <a:bodyPr/>
          <a:lstStyle>
            <a:lvl1pPr>
              <a:defRPr sz="12598"/>
            </a:lvl1pPr>
            <a:lvl2pPr>
              <a:defRPr sz="11024"/>
            </a:lvl2pPr>
            <a:lvl3pPr>
              <a:defRPr sz="9449"/>
            </a:lvl3pPr>
            <a:lvl4pPr>
              <a:defRPr sz="7874"/>
            </a:lvl4pPr>
            <a:lvl5pPr>
              <a:defRPr sz="7874"/>
            </a:lvl5pPr>
            <a:lvl6pPr>
              <a:defRPr sz="7874"/>
            </a:lvl6pPr>
            <a:lvl7pPr>
              <a:defRPr sz="7874"/>
            </a:lvl7pPr>
            <a:lvl8pPr>
              <a:defRPr sz="7874"/>
            </a:lvl8pPr>
            <a:lvl9pPr>
              <a:defRPr sz="7874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74549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9671" y="2399982"/>
            <a:ext cx="11610853" cy="8399939"/>
          </a:xfrm>
        </p:spPr>
        <p:txBody>
          <a:bodyPr anchor="b"/>
          <a:lstStyle>
            <a:lvl1pPr>
              <a:defRPr sz="12598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4578" y="5183304"/>
            <a:ext cx="18224867" cy="25583147"/>
          </a:xfrm>
        </p:spPr>
        <p:txBody>
          <a:bodyPr anchor="t"/>
          <a:lstStyle>
            <a:lvl1pPr marL="0" indent="0">
              <a:buNone/>
              <a:defRPr sz="12598"/>
            </a:lvl1pPr>
            <a:lvl2pPr marL="1799996" indent="0">
              <a:buNone/>
              <a:defRPr sz="11024"/>
            </a:lvl2pPr>
            <a:lvl3pPr marL="3599993" indent="0">
              <a:buNone/>
              <a:defRPr sz="9449"/>
            </a:lvl3pPr>
            <a:lvl4pPr marL="5399989" indent="0">
              <a:buNone/>
              <a:defRPr sz="7874"/>
            </a:lvl4pPr>
            <a:lvl5pPr marL="7199986" indent="0">
              <a:buNone/>
              <a:defRPr sz="7874"/>
            </a:lvl5pPr>
            <a:lvl6pPr marL="8999982" indent="0">
              <a:buNone/>
              <a:defRPr sz="7874"/>
            </a:lvl6pPr>
            <a:lvl7pPr marL="10799978" indent="0">
              <a:buNone/>
              <a:defRPr sz="7874"/>
            </a:lvl7pPr>
            <a:lvl8pPr marL="12599975" indent="0">
              <a:buNone/>
              <a:defRPr sz="7874"/>
            </a:lvl8pPr>
            <a:lvl9pPr marL="14399971" indent="0">
              <a:buNone/>
              <a:defRPr sz="7874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9671" y="10799922"/>
            <a:ext cx="11610853" cy="20008190"/>
          </a:xfrm>
        </p:spPr>
        <p:txBody>
          <a:bodyPr/>
          <a:lstStyle>
            <a:lvl1pPr marL="0" indent="0">
              <a:buNone/>
              <a:defRPr sz="6299"/>
            </a:lvl1pPr>
            <a:lvl2pPr marL="1799996" indent="0">
              <a:buNone/>
              <a:defRPr sz="5512"/>
            </a:lvl2pPr>
            <a:lvl3pPr marL="3599993" indent="0">
              <a:buNone/>
              <a:defRPr sz="4724"/>
            </a:lvl3pPr>
            <a:lvl4pPr marL="5399989" indent="0">
              <a:buNone/>
              <a:defRPr sz="3937"/>
            </a:lvl4pPr>
            <a:lvl5pPr marL="7199986" indent="0">
              <a:buNone/>
              <a:defRPr sz="3937"/>
            </a:lvl5pPr>
            <a:lvl6pPr marL="8999982" indent="0">
              <a:buNone/>
              <a:defRPr sz="3937"/>
            </a:lvl6pPr>
            <a:lvl7pPr marL="10799978" indent="0">
              <a:buNone/>
              <a:defRPr sz="3937"/>
            </a:lvl7pPr>
            <a:lvl8pPr marL="12599975" indent="0">
              <a:buNone/>
              <a:defRPr sz="3937"/>
            </a:lvl8pPr>
            <a:lvl9pPr marL="14399971" indent="0">
              <a:buNone/>
              <a:defRPr sz="3937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909167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637635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2314" y="1916653"/>
            <a:ext cx="7762444" cy="3050811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4984" y="1916653"/>
            <a:ext cx="22837334" cy="3050811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1510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4982" y="1916661"/>
            <a:ext cx="31049774" cy="695828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4982" y="9583264"/>
            <a:ext cx="31049774" cy="228415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4982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B3B2F0D-1D6D-4BFF-BA78-D7DD415510F4}" type="datetimeFigureOut">
              <a:rPr lang="en-GB" smtClean="0"/>
              <a:t>07/07/2026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4913" y="33366432"/>
            <a:ext cx="12149912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4815" y="33366432"/>
            <a:ext cx="8099941" cy="191665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24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F7D408B-33D7-495E-942A-A9FE0B6A8D6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267404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3599993" rtl="0" eaLnBrk="1" latinLnBrk="0" hangingPunct="1">
        <a:lnSpc>
          <a:spcPct val="90000"/>
        </a:lnSpc>
        <a:spcBef>
          <a:spcPct val="0"/>
        </a:spcBef>
        <a:buNone/>
        <a:defRPr sz="1732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899998" indent="-899998" algn="l" defTabSz="3599993" rtl="0" eaLnBrk="1" latinLnBrk="0" hangingPunct="1">
        <a:lnSpc>
          <a:spcPct val="90000"/>
        </a:lnSpc>
        <a:spcBef>
          <a:spcPts val="3937"/>
        </a:spcBef>
        <a:buFont typeface="Arial" panose="020B0604020202020204" pitchFamily="34" charset="0"/>
        <a:buChar char="•"/>
        <a:defRPr sz="11024" kern="1200">
          <a:solidFill>
            <a:schemeClr val="tx1"/>
          </a:solidFill>
          <a:latin typeface="+mn-lt"/>
          <a:ea typeface="+mn-ea"/>
          <a:cs typeface="+mn-cs"/>
        </a:defRPr>
      </a:lvl1pPr>
      <a:lvl2pPr marL="2699995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9449" kern="1200">
          <a:solidFill>
            <a:schemeClr val="tx1"/>
          </a:solidFill>
          <a:latin typeface="+mn-lt"/>
          <a:ea typeface="+mn-ea"/>
          <a:cs typeface="+mn-cs"/>
        </a:defRPr>
      </a:lvl2pPr>
      <a:lvl3pPr marL="4499991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874" kern="1200">
          <a:solidFill>
            <a:schemeClr val="tx1"/>
          </a:solidFill>
          <a:latin typeface="+mn-lt"/>
          <a:ea typeface="+mn-ea"/>
          <a:cs typeface="+mn-cs"/>
        </a:defRPr>
      </a:lvl3pPr>
      <a:lvl4pPr marL="629998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8099984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9899980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1699977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3499973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5299969" indent="-899998" algn="l" defTabSz="3599993" rtl="0" eaLnBrk="1" latinLnBrk="0" hangingPunct="1">
        <a:lnSpc>
          <a:spcPct val="90000"/>
        </a:lnSpc>
        <a:spcBef>
          <a:spcPts val="1968"/>
        </a:spcBef>
        <a:buFont typeface="Arial" panose="020B0604020202020204" pitchFamily="34" charset="0"/>
        <a:buChar char="•"/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1pPr>
      <a:lvl2pPr marL="179999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2pPr>
      <a:lvl3pPr marL="3599993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3pPr>
      <a:lvl4pPr marL="5399989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4pPr>
      <a:lvl5pPr marL="7199986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5pPr>
      <a:lvl6pPr marL="8999982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6pPr>
      <a:lvl7pPr marL="10799978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7pPr>
      <a:lvl8pPr marL="12599975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8pPr>
      <a:lvl9pPr marL="14399971" algn="l" defTabSz="3599993" rtl="0" eaLnBrk="1" latinLnBrk="0" hangingPunct="1">
        <a:defRPr sz="708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image" Target="../media/image1.png"/><Relationship Id="rId16" Type="http://schemas.openxmlformats.org/officeDocument/2006/relationships/image" Target="../media/image15.png"/><Relationship Id="rId20" Type="http://schemas.openxmlformats.org/officeDocument/2006/relationships/image" Target="../media/image19.jp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Picture 86">
            <a:extLst>
              <a:ext uri="{FF2B5EF4-FFF2-40B4-BE49-F238E27FC236}">
                <a16:creationId xmlns:a16="http://schemas.microsoft.com/office/drawing/2014/main" id="{1429A370-EC46-0BEF-A41A-ACB10A6ED3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555" t="10083" b="53341"/>
          <a:stretch>
            <a:fillRect/>
          </a:stretch>
        </p:blipFill>
        <p:spPr>
          <a:xfrm>
            <a:off x="28382666" y="24101323"/>
            <a:ext cx="7842766" cy="4061100"/>
          </a:xfrm>
          <a:prstGeom prst="rect">
            <a:avLst/>
          </a:prstGeom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F56EAEFA-0363-1E92-9B33-F6DDF69331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991" b="7096"/>
          <a:stretch>
            <a:fillRect/>
          </a:stretch>
        </p:blipFill>
        <p:spPr>
          <a:xfrm>
            <a:off x="20366512" y="30812696"/>
            <a:ext cx="15858920" cy="3431663"/>
          </a:xfrm>
          <a:prstGeom prst="rect">
            <a:avLst/>
          </a:prstGeom>
        </p:spPr>
      </p:pic>
      <p:sp>
        <p:nvSpPr>
          <p:cNvPr id="134" name="Rectangle 133">
            <a:extLst>
              <a:ext uri="{FF2B5EF4-FFF2-40B4-BE49-F238E27FC236}">
                <a16:creationId xmlns:a16="http://schemas.microsoft.com/office/drawing/2014/main" id="{77AD4ED7-C8D7-44E1-4E4A-9A5AC23412CB}"/>
              </a:ext>
            </a:extLst>
          </p:cNvPr>
          <p:cNvSpPr/>
          <p:nvPr/>
        </p:nvSpPr>
        <p:spPr>
          <a:xfrm>
            <a:off x="26044899" y="1384611"/>
            <a:ext cx="10039508" cy="15938048"/>
          </a:xfrm>
          <a:prstGeom prst="rect">
            <a:avLst/>
          </a:prstGeom>
          <a:gradFill flip="none" rotWithShape="1">
            <a:gsLst>
              <a:gs pos="0">
                <a:schemeClr val="bg1"/>
              </a:gs>
              <a:gs pos="100000">
                <a:schemeClr val="accent5">
                  <a:lumMod val="20000"/>
                  <a:lumOff val="80000"/>
                </a:scheme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64F50510-2CDE-EE2A-6FDB-D069A92798B4}"/>
              </a:ext>
            </a:extLst>
          </p:cNvPr>
          <p:cNvSpPr/>
          <p:nvPr/>
        </p:nvSpPr>
        <p:spPr>
          <a:xfrm>
            <a:off x="0" y="17305311"/>
            <a:ext cx="36010111" cy="1371602"/>
          </a:xfrm>
          <a:prstGeom prst="rect">
            <a:avLst/>
          </a:prstGeom>
          <a:gradFill flip="none" rotWithShape="1">
            <a:gsLst>
              <a:gs pos="0">
                <a:schemeClr val="accent4">
                  <a:lumMod val="60000"/>
                  <a:lumOff val="40000"/>
                </a:schemeClr>
              </a:gs>
              <a:gs pos="100000">
                <a:schemeClr val="accent4">
                  <a:lumMod val="40000"/>
                  <a:lumOff val="60000"/>
                </a:schemeClr>
              </a:gs>
            </a:gsLst>
            <a:lin ang="0" scaled="1"/>
            <a:tileRect/>
          </a:gradFill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9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Outcomes</a:t>
            </a:r>
            <a:endParaRPr lang="en-GB" sz="9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FD1A09E-160C-F97A-A940-412B0808080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591151"/>
            <a:ext cx="18180196" cy="15583025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8925D6FE-452B-AAE0-4BC1-E929DDFC2DDD}"/>
              </a:ext>
            </a:extLst>
          </p:cNvPr>
          <p:cNvSpPr/>
          <p:nvPr/>
        </p:nvSpPr>
        <p:spPr>
          <a:xfrm>
            <a:off x="0" y="1298572"/>
            <a:ext cx="14993139" cy="915836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fr-FR" sz="675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</a:t>
            </a:r>
            <a:r>
              <a:rPr lang="fr-FR" sz="6750" baseline="-25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item</a:t>
            </a:r>
            <a:r>
              <a:rPr lang="fr-FR" sz="675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= 48</a:t>
            </a:r>
            <a:endParaRPr lang="en-GB" sz="67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EE1690A8-5EFA-47CE-856A-32003B6180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363"/>
          <a:stretch>
            <a:fillRect/>
          </a:stretch>
        </p:blipFill>
        <p:spPr>
          <a:xfrm>
            <a:off x="26094651" y="1350181"/>
            <a:ext cx="9915459" cy="15903101"/>
          </a:xfrm>
          <a:prstGeom prst="rect">
            <a:avLst/>
          </a:prstGeom>
          <a:ln w="76200">
            <a:noFill/>
          </a:ln>
        </p:spPr>
      </p:pic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169CEFE-FD68-5689-05C1-C0B61D1C5838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2031730" y="5670864"/>
            <a:ext cx="3710693" cy="17459"/>
          </a:xfrm>
          <a:prstGeom prst="straightConnector1">
            <a:avLst/>
          </a:prstGeom>
          <a:ln w="76200">
            <a:solidFill>
              <a:srgbClr val="0A7C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sp>
        <p:nvSpPr>
          <p:cNvPr id="31" name="Rectangle 30">
            <a:extLst>
              <a:ext uri="{FF2B5EF4-FFF2-40B4-BE49-F238E27FC236}">
                <a16:creationId xmlns:a16="http://schemas.microsoft.com/office/drawing/2014/main" id="{797A05C5-1D2D-0C48-8C8A-AC172F9E04A9}"/>
              </a:ext>
            </a:extLst>
          </p:cNvPr>
          <p:cNvSpPr/>
          <p:nvPr/>
        </p:nvSpPr>
        <p:spPr>
          <a:xfrm>
            <a:off x="2746353" y="19330236"/>
            <a:ext cx="12687490" cy="946034"/>
          </a:xfrm>
          <a:prstGeom prst="rect">
            <a:avLst/>
          </a:prstGeom>
          <a:solidFill>
            <a:schemeClr val="bg1"/>
          </a:solidFill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6600" b="1" dirty="0">
                <a:solidFill>
                  <a:schemeClr val="tx1"/>
                </a:solidFill>
              </a:rPr>
              <a:t>Subjective Ratings</a:t>
            </a:r>
            <a:endParaRPr lang="en-GB" sz="6600" b="1" dirty="0">
              <a:solidFill>
                <a:schemeClr val="tx1"/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F02F328-F500-9DE6-2191-A8DFC09F9CF1}"/>
              </a:ext>
            </a:extLst>
          </p:cNvPr>
          <p:cNvSpPr/>
          <p:nvPr/>
        </p:nvSpPr>
        <p:spPr>
          <a:xfrm>
            <a:off x="21277198" y="4002930"/>
            <a:ext cx="5219757" cy="130745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50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Conditions</a:t>
            </a:r>
            <a:endParaRPr lang="en-GB" sz="50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CA528B3-009D-5CD5-B79B-C2E43D5A42C5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2031730" y="5670864"/>
            <a:ext cx="3710693" cy="773038"/>
          </a:xfrm>
          <a:prstGeom prst="straightConnector1">
            <a:avLst/>
          </a:prstGeom>
          <a:ln w="76200">
            <a:solidFill>
              <a:srgbClr val="FF0000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81F5691-4E13-23CC-E06B-9F9F8A5678EC}"/>
              </a:ext>
            </a:extLst>
          </p:cNvPr>
          <p:cNvCxnSpPr>
            <a:cxnSpLocks/>
            <a:stCxn id="23" idx="3"/>
          </p:cNvCxnSpPr>
          <p:nvPr/>
        </p:nvCxnSpPr>
        <p:spPr>
          <a:xfrm>
            <a:off x="22031730" y="5670864"/>
            <a:ext cx="3710693" cy="1644983"/>
          </a:xfrm>
          <a:prstGeom prst="straightConnector1">
            <a:avLst/>
          </a:prstGeom>
          <a:ln w="76200">
            <a:solidFill>
              <a:srgbClr val="3A46FF"/>
            </a:solidFill>
            <a:tailEnd type="triangle"/>
          </a:ln>
        </p:spPr>
        <p:style>
          <a:lnRef idx="2">
            <a:schemeClr val="accent6"/>
          </a:lnRef>
          <a:fillRef idx="0">
            <a:schemeClr val="accent6"/>
          </a:fillRef>
          <a:effectRef idx="1">
            <a:schemeClr val="accent6"/>
          </a:effectRef>
          <a:fontRef idx="minor">
            <a:schemeClr val="tx1"/>
          </a:fontRef>
        </p:style>
      </p:cxnSp>
      <p:grpSp>
        <p:nvGrpSpPr>
          <p:cNvPr id="45" name="Group 44">
            <a:extLst>
              <a:ext uri="{FF2B5EF4-FFF2-40B4-BE49-F238E27FC236}">
                <a16:creationId xmlns:a16="http://schemas.microsoft.com/office/drawing/2014/main" id="{00A9724F-7BE2-484D-E2EC-2CE2F364C085}"/>
              </a:ext>
            </a:extLst>
          </p:cNvPr>
          <p:cNvGrpSpPr/>
          <p:nvPr/>
        </p:nvGrpSpPr>
        <p:grpSpPr>
          <a:xfrm>
            <a:off x="14943458" y="1658635"/>
            <a:ext cx="4320000" cy="3869247"/>
            <a:chOff x="13589234" y="1607885"/>
            <a:chExt cx="3456076" cy="3095466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E8A0E3C8-FB40-F700-1327-732354310823}"/>
                </a:ext>
              </a:extLst>
            </p:cNvPr>
            <p:cNvSpPr/>
            <p:nvPr/>
          </p:nvSpPr>
          <p:spPr>
            <a:xfrm>
              <a:off x="13589234" y="1607885"/>
              <a:ext cx="3456076" cy="2592057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bg2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375" dirty="0">
                  <a:solidFill>
                    <a:schemeClr val="tx1"/>
                  </a:solidFill>
                </a:rPr>
                <a:t>+</a:t>
              </a:r>
              <a:endParaRPr lang="en-GB" sz="14375" dirty="0">
                <a:solidFill>
                  <a:schemeClr val="tx1"/>
                </a:solidFill>
              </a:endParaRPr>
            </a:p>
          </p:txBody>
        </p:sp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FBB67618-67ED-6B9D-E2A4-D26C195D59E9}"/>
                </a:ext>
              </a:extLst>
            </p:cNvPr>
            <p:cNvSpPr/>
            <p:nvPr/>
          </p:nvSpPr>
          <p:spPr>
            <a:xfrm>
              <a:off x="13589234" y="4219929"/>
              <a:ext cx="3456076" cy="48342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5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0.5 s</a:t>
              </a:r>
              <a:endParaRPr lang="en-GB" sz="3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pic>
        <p:nvPicPr>
          <p:cNvPr id="51" name="Picture 50">
            <a:extLst>
              <a:ext uri="{FF2B5EF4-FFF2-40B4-BE49-F238E27FC236}">
                <a16:creationId xmlns:a16="http://schemas.microsoft.com/office/drawing/2014/main" id="{52F7925D-3F42-A560-D2D2-4FBEC34773E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7056700" y="8676286"/>
            <a:ext cx="5607405" cy="7486853"/>
          </a:xfrm>
          <a:prstGeom prst="rect">
            <a:avLst/>
          </a:prstGeom>
        </p:spPr>
      </p:pic>
      <p:pic>
        <p:nvPicPr>
          <p:cNvPr id="53" name="Picture 52">
            <a:extLst>
              <a:ext uri="{FF2B5EF4-FFF2-40B4-BE49-F238E27FC236}">
                <a16:creationId xmlns:a16="http://schemas.microsoft.com/office/drawing/2014/main" id="{9A083E6F-D10B-45C9-6D92-AF3E12A89F9D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-11110635" y="21806983"/>
            <a:ext cx="10244970" cy="3051694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6EE88F7D-5490-B249-A76D-ABD3C823EA6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-11500067" y="26515618"/>
            <a:ext cx="10244970" cy="2549985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F6C04FCF-4AF0-37B5-F2E2-F7991FF8DBB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5143" y="20841178"/>
            <a:ext cx="10244970" cy="4350981"/>
          </a:xfrm>
          <a:prstGeom prst="rect">
            <a:avLst/>
          </a:prstGeom>
        </p:spPr>
      </p:pic>
      <p:pic>
        <p:nvPicPr>
          <p:cNvPr id="65" name="Picture 64">
            <a:extLst>
              <a:ext uri="{FF2B5EF4-FFF2-40B4-BE49-F238E27FC236}">
                <a16:creationId xmlns:a16="http://schemas.microsoft.com/office/drawing/2014/main" id="{5B0353AA-C565-E4DA-0E01-A865954CA27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848404" y="21012315"/>
            <a:ext cx="5838523" cy="4179844"/>
          </a:xfrm>
          <a:prstGeom prst="rect">
            <a:avLst/>
          </a:prstGeom>
        </p:spPr>
      </p:pic>
      <p:pic>
        <p:nvPicPr>
          <p:cNvPr id="71" name="Picture 70">
            <a:extLst>
              <a:ext uri="{FF2B5EF4-FFF2-40B4-BE49-F238E27FC236}">
                <a16:creationId xmlns:a16="http://schemas.microsoft.com/office/drawing/2014/main" id="{425C86EF-9A8D-5DBE-0446-5F21190F455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5002" y="28814319"/>
            <a:ext cx="7432767" cy="4955177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4C6FA646-CE38-98AD-5229-DF2DFCA0D08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0" y="33910741"/>
            <a:ext cx="11058060" cy="2088997"/>
          </a:xfrm>
          <a:prstGeom prst="rect">
            <a:avLst/>
          </a:prstGeom>
        </p:spPr>
      </p:pic>
      <p:pic>
        <p:nvPicPr>
          <p:cNvPr id="79" name="Picture 78">
            <a:extLst>
              <a:ext uri="{FF2B5EF4-FFF2-40B4-BE49-F238E27FC236}">
                <a16:creationId xmlns:a16="http://schemas.microsoft.com/office/drawing/2014/main" id="{70589E3F-316F-3A6A-B6C6-EA1F7C96399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1466091" y="25405997"/>
            <a:ext cx="8512360" cy="1749363"/>
          </a:xfrm>
          <a:prstGeom prst="rect">
            <a:avLst/>
          </a:prstGeom>
        </p:spPr>
      </p:pic>
      <p:pic>
        <p:nvPicPr>
          <p:cNvPr id="81" name="Picture 80">
            <a:extLst>
              <a:ext uri="{FF2B5EF4-FFF2-40B4-BE49-F238E27FC236}">
                <a16:creationId xmlns:a16="http://schemas.microsoft.com/office/drawing/2014/main" id="{3D5B4F2B-2EC3-8BFD-F639-76346666315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25230" y="25405998"/>
            <a:ext cx="11058060" cy="2134245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03A3556E-0CCB-9E0B-7244-6F9B4B0ED1A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27781" y="28814318"/>
            <a:ext cx="9469816" cy="4955177"/>
          </a:xfrm>
          <a:prstGeom prst="rect">
            <a:avLst/>
          </a:prstGeom>
        </p:spPr>
      </p:pic>
      <p:pic>
        <p:nvPicPr>
          <p:cNvPr id="85" name="Picture 84">
            <a:extLst>
              <a:ext uri="{FF2B5EF4-FFF2-40B4-BE49-F238E27FC236}">
                <a16:creationId xmlns:a16="http://schemas.microsoft.com/office/drawing/2014/main" id="{FCE23F78-CCCA-8F2B-B03C-EC83929EAC61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83290" y="33910741"/>
            <a:ext cx="10789296" cy="2075989"/>
          </a:xfrm>
          <a:prstGeom prst="rect">
            <a:avLst/>
          </a:prstGeom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08055843-8D1F-F1DD-3FF0-1F06D6D2540A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062734" y="29067539"/>
            <a:ext cx="6575076" cy="1643769"/>
          </a:xfrm>
          <a:prstGeom prst="rect">
            <a:avLst/>
          </a:prstGeom>
        </p:spPr>
      </p:pic>
      <p:pic>
        <p:nvPicPr>
          <p:cNvPr id="95" name="Picture 94">
            <a:extLst>
              <a:ext uri="{FF2B5EF4-FFF2-40B4-BE49-F238E27FC236}">
                <a16:creationId xmlns:a16="http://schemas.microsoft.com/office/drawing/2014/main" id="{609A5EFF-0055-C8D2-D23F-8512B4CD93B4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50126" y="22280494"/>
            <a:ext cx="6917445" cy="1729361"/>
          </a:xfrm>
          <a:prstGeom prst="rect">
            <a:avLst/>
          </a:prstGeom>
        </p:spPr>
      </p:pic>
      <p:pic>
        <p:nvPicPr>
          <p:cNvPr id="97" name="Picture 96">
            <a:extLst>
              <a:ext uri="{FF2B5EF4-FFF2-40B4-BE49-F238E27FC236}">
                <a16:creationId xmlns:a16="http://schemas.microsoft.com/office/drawing/2014/main" id="{4037DFE3-B0D4-6E06-35F4-D57053A8CA5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192882" y="29067539"/>
            <a:ext cx="6575075" cy="1643769"/>
          </a:xfrm>
          <a:prstGeom prst="rect">
            <a:avLst/>
          </a:prstGeom>
        </p:spPr>
      </p:pic>
      <p:pic>
        <p:nvPicPr>
          <p:cNvPr id="99" name="Picture 98">
            <a:extLst>
              <a:ext uri="{FF2B5EF4-FFF2-40B4-BE49-F238E27FC236}">
                <a16:creationId xmlns:a16="http://schemas.microsoft.com/office/drawing/2014/main" id="{6A96C571-345B-89F9-9E5D-D1AEC438CED4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37159" y="22248533"/>
            <a:ext cx="6917445" cy="1729362"/>
          </a:xfrm>
          <a:prstGeom prst="rect">
            <a:avLst/>
          </a:prstGeom>
        </p:spPr>
      </p:pic>
      <p:sp>
        <p:nvSpPr>
          <p:cNvPr id="23" name="Rectangle 22">
            <a:extLst>
              <a:ext uri="{FF2B5EF4-FFF2-40B4-BE49-F238E27FC236}">
                <a16:creationId xmlns:a16="http://schemas.microsoft.com/office/drawing/2014/main" id="{4F477A61-DF49-ABE9-A6DD-A295A53481E1}"/>
              </a:ext>
            </a:extLst>
          </p:cNvPr>
          <p:cNvSpPr/>
          <p:nvPr/>
        </p:nvSpPr>
        <p:spPr>
          <a:xfrm>
            <a:off x="17711730" y="4050864"/>
            <a:ext cx="4320000" cy="3240000"/>
          </a:xfrm>
          <a:prstGeom prst="rect">
            <a:avLst/>
          </a:prstGeom>
          <a:solidFill>
            <a:schemeClr val="bg1"/>
          </a:solidFill>
          <a:ln w="76200">
            <a:solidFill>
              <a:schemeClr val="bg2">
                <a:lumMod val="50000"/>
              </a:schemeClr>
            </a:solidFill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6000" b="1" dirty="0">
                <a:solidFill>
                  <a:srgbClr val="0A7C00"/>
                </a:solidFill>
              </a:rPr>
              <a:t>Original</a:t>
            </a:r>
            <a:endParaRPr lang="en-GB" sz="6000" b="1" dirty="0">
              <a:solidFill>
                <a:srgbClr val="0A7C00"/>
              </a:solidFill>
            </a:endParaRPr>
          </a:p>
        </p:txBody>
      </p: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3F4A33E8-6BD9-308D-F5C6-277C90ECD355}"/>
              </a:ext>
            </a:extLst>
          </p:cNvPr>
          <p:cNvGrpSpPr/>
          <p:nvPr/>
        </p:nvGrpSpPr>
        <p:grpSpPr>
          <a:xfrm>
            <a:off x="20363934" y="7056286"/>
            <a:ext cx="4320000" cy="3869247"/>
            <a:chOff x="13589234" y="1607885"/>
            <a:chExt cx="3456076" cy="3095466"/>
          </a:xfrm>
        </p:grpSpPr>
        <p:sp>
          <p:nvSpPr>
            <p:cNvPr id="101" name="Rectangle 100">
              <a:extLst>
                <a:ext uri="{FF2B5EF4-FFF2-40B4-BE49-F238E27FC236}">
                  <a16:creationId xmlns:a16="http://schemas.microsoft.com/office/drawing/2014/main" id="{ED84FDCD-9ED3-DF73-5A71-E51C9A0E1B3A}"/>
                </a:ext>
              </a:extLst>
            </p:cNvPr>
            <p:cNvSpPr/>
            <p:nvPr/>
          </p:nvSpPr>
          <p:spPr>
            <a:xfrm>
              <a:off x="13589234" y="1607885"/>
              <a:ext cx="3456076" cy="2592057"/>
            </a:xfrm>
            <a:prstGeom prst="rect">
              <a:avLst/>
            </a:prstGeom>
            <a:solidFill>
              <a:schemeClr val="bg1"/>
            </a:solidFill>
            <a:ln w="76200">
              <a:solidFill>
                <a:schemeClr val="bg2">
                  <a:lumMod val="50000"/>
                </a:schemeClr>
              </a:solidFill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14375" dirty="0">
                  <a:solidFill>
                    <a:schemeClr val="tx1"/>
                  </a:solidFill>
                </a:rPr>
                <a:t>+</a:t>
              </a:r>
              <a:endParaRPr lang="en-GB" sz="14375" dirty="0">
                <a:solidFill>
                  <a:schemeClr val="tx1"/>
                </a:solidFill>
              </a:endParaRPr>
            </a:p>
          </p:txBody>
        </p:sp>
        <p:sp>
          <p:nvSpPr>
            <p:cNvPr id="102" name="Rectangle 101">
              <a:extLst>
                <a:ext uri="{FF2B5EF4-FFF2-40B4-BE49-F238E27FC236}">
                  <a16:creationId xmlns:a16="http://schemas.microsoft.com/office/drawing/2014/main" id="{57588D28-6D51-0CC1-10FA-F5BD2CF3963A}"/>
                </a:ext>
              </a:extLst>
            </p:cNvPr>
            <p:cNvSpPr/>
            <p:nvPr/>
          </p:nvSpPr>
          <p:spPr>
            <a:xfrm>
              <a:off x="13589234" y="4219929"/>
              <a:ext cx="3456076" cy="483422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5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0.5 s</a:t>
              </a:r>
              <a:endParaRPr lang="en-GB" sz="3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04" name="Rectangle 103">
            <a:extLst>
              <a:ext uri="{FF2B5EF4-FFF2-40B4-BE49-F238E27FC236}">
                <a16:creationId xmlns:a16="http://schemas.microsoft.com/office/drawing/2014/main" id="{143A760C-DCE0-D856-FB93-23928E3227D6}"/>
              </a:ext>
            </a:extLst>
          </p:cNvPr>
          <p:cNvSpPr/>
          <p:nvPr/>
        </p:nvSpPr>
        <p:spPr>
          <a:xfrm>
            <a:off x="17711730" y="7560849"/>
            <a:ext cx="4320000" cy="60426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3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 s</a:t>
            </a:r>
            <a:endParaRPr lang="en-GB" sz="3500" i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9096B03D-15EE-054D-E2C5-361029193DC8}"/>
              </a:ext>
            </a:extLst>
          </p:cNvPr>
          <p:cNvGrpSpPr/>
          <p:nvPr/>
        </p:nvGrpSpPr>
        <p:grpSpPr>
          <a:xfrm>
            <a:off x="20363934" y="11689611"/>
            <a:ext cx="4323895" cy="3869247"/>
            <a:chOff x="23040768" y="9241595"/>
            <a:chExt cx="4323895" cy="3869247"/>
          </a:xfrm>
        </p:grpSpPr>
        <p:grpSp>
          <p:nvGrpSpPr>
            <p:cNvPr id="105" name="Group 104">
              <a:extLst>
                <a:ext uri="{FF2B5EF4-FFF2-40B4-BE49-F238E27FC236}">
                  <a16:creationId xmlns:a16="http://schemas.microsoft.com/office/drawing/2014/main" id="{00A3B6F1-7D10-6592-D7E2-F1AE9C3D9B1A}"/>
                </a:ext>
              </a:extLst>
            </p:cNvPr>
            <p:cNvGrpSpPr/>
            <p:nvPr/>
          </p:nvGrpSpPr>
          <p:grpSpPr>
            <a:xfrm>
              <a:off x="23040768" y="9241595"/>
              <a:ext cx="4320000" cy="3240000"/>
              <a:chOff x="23040768" y="9241595"/>
              <a:chExt cx="4320000" cy="3240000"/>
            </a:xfrm>
          </p:grpSpPr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0B04279D-10F5-FD80-6C69-DE42CC0AFE57}"/>
                  </a:ext>
                </a:extLst>
              </p:cNvPr>
              <p:cNvSpPr/>
              <p:nvPr/>
            </p:nvSpPr>
            <p:spPr>
              <a:xfrm>
                <a:off x="23040768" y="9241595"/>
                <a:ext cx="4320000" cy="3240000"/>
              </a:xfrm>
              <a:prstGeom prst="rect">
                <a:avLst/>
              </a:prstGeom>
              <a:solidFill>
                <a:schemeClr val="bg1"/>
              </a:solidFill>
              <a:ln w="76200">
                <a:solidFill>
                  <a:schemeClr val="bg2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 sz="2250"/>
              </a:p>
            </p:txBody>
          </p:sp>
          <p:pic>
            <p:nvPicPr>
              <p:cNvPr id="19" name="Picture 18">
                <a:extLst>
                  <a:ext uri="{FF2B5EF4-FFF2-40B4-BE49-F238E27FC236}">
                    <a16:creationId xmlns:a16="http://schemas.microsoft.com/office/drawing/2014/main" id="{8E1F946F-BA8F-149B-E3DF-FF8316B3467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0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23374430" y="9504470"/>
                <a:ext cx="3652676" cy="2710706"/>
              </a:xfrm>
              <a:prstGeom prst="rect">
                <a:avLst/>
              </a:prstGeom>
            </p:spPr>
          </p:pic>
        </p:grpSp>
        <p:sp>
          <p:nvSpPr>
            <p:cNvPr id="107" name="Rectangle 106">
              <a:extLst>
                <a:ext uri="{FF2B5EF4-FFF2-40B4-BE49-F238E27FC236}">
                  <a16:creationId xmlns:a16="http://schemas.microsoft.com/office/drawing/2014/main" id="{664E405D-8212-78A4-92D1-FFD8BB65985C}"/>
                </a:ext>
              </a:extLst>
            </p:cNvPr>
            <p:cNvSpPr/>
            <p:nvPr/>
          </p:nvSpPr>
          <p:spPr>
            <a:xfrm>
              <a:off x="23044663" y="12506578"/>
              <a:ext cx="4320000" cy="604264"/>
            </a:xfrm>
            <a:prstGeom prst="rect">
              <a:avLst/>
            </a:prstGeom>
            <a:noFill/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fr-FR" sz="3500" i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5 s</a:t>
              </a:r>
              <a:endParaRPr lang="en-GB" sz="3500" i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endParaRPr>
            </a:p>
          </p:txBody>
        </p:sp>
      </p:grpSp>
      <p:sp>
        <p:nvSpPr>
          <p:cNvPr id="123" name="Rectangle 122">
            <a:extLst>
              <a:ext uri="{FF2B5EF4-FFF2-40B4-BE49-F238E27FC236}">
                <a16:creationId xmlns:a16="http://schemas.microsoft.com/office/drawing/2014/main" id="{AFD20542-F0F2-0B9B-6BC1-3A01AFBE3DE6}"/>
              </a:ext>
            </a:extLst>
          </p:cNvPr>
          <p:cNvSpPr/>
          <p:nvPr/>
        </p:nvSpPr>
        <p:spPr>
          <a:xfrm>
            <a:off x="22457562" y="4923061"/>
            <a:ext cx="5219757" cy="10792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i="1" dirty="0">
                <a:solidFill>
                  <a:srgbClr val="0A7C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Original</a:t>
            </a:r>
            <a:endParaRPr lang="en-GB" sz="4000" i="1" dirty="0">
              <a:solidFill>
                <a:srgbClr val="0A7C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3C5A5F79-7F76-C316-F6C6-E011ED3F996B}"/>
              </a:ext>
            </a:extLst>
          </p:cNvPr>
          <p:cNvSpPr/>
          <p:nvPr/>
        </p:nvSpPr>
        <p:spPr>
          <a:xfrm rot="651008">
            <a:off x="22230605" y="5495355"/>
            <a:ext cx="5219757" cy="10792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i="1" dirty="0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AI-</a:t>
            </a:r>
            <a:r>
              <a:rPr lang="fr-FR" sz="2000" i="1" dirty="0" err="1">
                <a:solidFill>
                  <a:srgbClr val="FF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Generated</a:t>
            </a:r>
            <a:endParaRPr lang="en-GB" sz="4000" i="1" dirty="0">
              <a:solidFill>
                <a:srgbClr val="FF000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6D347FE3-65E9-CF63-C4E2-2F89F4BF82D1}"/>
              </a:ext>
            </a:extLst>
          </p:cNvPr>
          <p:cNvSpPr/>
          <p:nvPr/>
        </p:nvSpPr>
        <p:spPr>
          <a:xfrm rot="1301314">
            <a:off x="22274580" y="6156248"/>
            <a:ext cx="5219757" cy="107929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000" i="1" dirty="0">
                <a:solidFill>
                  <a:srgbClr val="3A46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Human </a:t>
            </a:r>
            <a:r>
              <a:rPr lang="fr-FR" sz="2000" i="1" dirty="0" err="1">
                <a:solidFill>
                  <a:srgbClr val="3A46F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Forgery</a:t>
            </a:r>
            <a:endParaRPr lang="en-GB" sz="4000" i="1" dirty="0">
              <a:solidFill>
                <a:srgbClr val="3A46F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9" name="Freeform: Shape 128">
            <a:extLst>
              <a:ext uri="{FF2B5EF4-FFF2-40B4-BE49-F238E27FC236}">
                <a16:creationId xmlns:a16="http://schemas.microsoft.com/office/drawing/2014/main" id="{88DF5FE0-EBED-526B-E3D5-065B3CF1B4C8}"/>
              </a:ext>
            </a:extLst>
          </p:cNvPr>
          <p:cNvSpPr/>
          <p:nvPr/>
        </p:nvSpPr>
        <p:spPr>
          <a:xfrm>
            <a:off x="14884401" y="5397500"/>
            <a:ext cx="5094050" cy="11609716"/>
          </a:xfrm>
          <a:custGeom>
            <a:avLst/>
            <a:gdLst>
              <a:gd name="csX0" fmla="*/ 0 w 4993889"/>
              <a:gd name="csY0" fmla="*/ 0 h 8293100"/>
              <a:gd name="csX1" fmla="*/ 190500 w 4993889"/>
              <a:gd name="csY1" fmla="*/ 190500 h 8293100"/>
              <a:gd name="csX2" fmla="*/ 4927600 w 4993889"/>
              <a:gd name="csY2" fmla="*/ 4978400 h 8293100"/>
              <a:gd name="csX3" fmla="*/ 2527300 w 4993889"/>
              <a:gd name="csY3" fmla="*/ 8293100 h 8293100"/>
              <a:gd name="csX0" fmla="*/ 0 w 5032833"/>
              <a:gd name="csY0" fmla="*/ 0 h 8642224"/>
              <a:gd name="csX1" fmla="*/ 190500 w 5032833"/>
              <a:gd name="csY1" fmla="*/ 190500 h 8642224"/>
              <a:gd name="csX2" fmla="*/ 4927600 w 5032833"/>
              <a:gd name="csY2" fmla="*/ 4978400 h 8642224"/>
              <a:gd name="csX3" fmla="*/ 3204633 w 5032833"/>
              <a:gd name="csY3" fmla="*/ 8642224 h 8642224"/>
              <a:gd name="csX0" fmla="*/ 0 w 5032833"/>
              <a:gd name="csY0" fmla="*/ 0 h 8642224"/>
              <a:gd name="csX1" fmla="*/ 190500 w 5032833"/>
              <a:gd name="csY1" fmla="*/ 190500 h 8642224"/>
              <a:gd name="csX2" fmla="*/ 4927600 w 5032833"/>
              <a:gd name="csY2" fmla="*/ 4055716 h 8642224"/>
              <a:gd name="csX3" fmla="*/ 3204633 w 5032833"/>
              <a:gd name="csY3" fmla="*/ 8642224 h 8642224"/>
              <a:gd name="csX0" fmla="*/ 0 w 5032833"/>
              <a:gd name="csY0" fmla="*/ 0 h 8642224"/>
              <a:gd name="csX1" fmla="*/ 1206500 w 5032833"/>
              <a:gd name="csY1" fmla="*/ 788998 h 8642224"/>
              <a:gd name="csX2" fmla="*/ 4927600 w 5032833"/>
              <a:gd name="csY2" fmla="*/ 4055716 h 8642224"/>
              <a:gd name="csX3" fmla="*/ 3204633 w 5032833"/>
              <a:gd name="csY3" fmla="*/ 8642224 h 8642224"/>
              <a:gd name="csX0" fmla="*/ 0 w 5032833"/>
              <a:gd name="csY0" fmla="*/ 0 h 8642224"/>
              <a:gd name="csX1" fmla="*/ 1168400 w 5032833"/>
              <a:gd name="csY1" fmla="*/ 1106950 h 8642224"/>
              <a:gd name="csX2" fmla="*/ 4927600 w 5032833"/>
              <a:gd name="csY2" fmla="*/ 4055716 h 8642224"/>
              <a:gd name="csX3" fmla="*/ 3204633 w 5032833"/>
              <a:gd name="csY3" fmla="*/ 8642224 h 8642224"/>
              <a:gd name="csX0" fmla="*/ 0 w 5032833"/>
              <a:gd name="csY0" fmla="*/ 0 h 8642224"/>
              <a:gd name="csX1" fmla="*/ 4927600 w 5032833"/>
              <a:gd name="csY1" fmla="*/ 4055716 h 8642224"/>
              <a:gd name="csX2" fmla="*/ 3204633 w 5032833"/>
              <a:gd name="csY2" fmla="*/ 8642224 h 8642224"/>
              <a:gd name="csX0" fmla="*/ 0 w 5032833"/>
              <a:gd name="csY0" fmla="*/ 0 h 8642224"/>
              <a:gd name="csX1" fmla="*/ 4927600 w 5032833"/>
              <a:gd name="csY1" fmla="*/ 4055716 h 8642224"/>
              <a:gd name="csX2" fmla="*/ 3204633 w 5032833"/>
              <a:gd name="csY2" fmla="*/ 8642224 h 8642224"/>
              <a:gd name="csX0" fmla="*/ 0 w 5032833"/>
              <a:gd name="csY0" fmla="*/ 0 h 8642224"/>
              <a:gd name="csX1" fmla="*/ 4927600 w 5032833"/>
              <a:gd name="csY1" fmla="*/ 4055716 h 8642224"/>
              <a:gd name="csX2" fmla="*/ 3204633 w 5032833"/>
              <a:gd name="csY2" fmla="*/ 8642224 h 8642224"/>
              <a:gd name="csX0" fmla="*/ 0 w 5032833"/>
              <a:gd name="csY0" fmla="*/ 0 h 8642224"/>
              <a:gd name="csX1" fmla="*/ 4927600 w 5032833"/>
              <a:gd name="csY1" fmla="*/ 4055716 h 8642224"/>
              <a:gd name="csX2" fmla="*/ 3204633 w 5032833"/>
              <a:gd name="csY2" fmla="*/ 8642224 h 8642224"/>
              <a:gd name="csX0" fmla="*/ 0 w 5135596"/>
              <a:gd name="csY0" fmla="*/ 0 h 8642224"/>
              <a:gd name="csX1" fmla="*/ 4927600 w 5135596"/>
              <a:gd name="csY1" fmla="*/ 4055716 h 8642224"/>
              <a:gd name="csX2" fmla="*/ 3204633 w 5135596"/>
              <a:gd name="csY2" fmla="*/ 8642224 h 8642224"/>
              <a:gd name="csX0" fmla="*/ 0 w 5075766"/>
              <a:gd name="csY0" fmla="*/ 0 h 8642224"/>
              <a:gd name="csX1" fmla="*/ 4927600 w 5075766"/>
              <a:gd name="csY1" fmla="*/ 4055716 h 8642224"/>
              <a:gd name="csX2" fmla="*/ 3204633 w 5075766"/>
              <a:gd name="csY2" fmla="*/ 8642224 h 8642224"/>
              <a:gd name="csX0" fmla="*/ 0 w 5028204"/>
              <a:gd name="csY0" fmla="*/ 0 h 8642224"/>
              <a:gd name="csX1" fmla="*/ 4927600 w 5028204"/>
              <a:gd name="csY1" fmla="*/ 4055716 h 8642224"/>
              <a:gd name="csX2" fmla="*/ 3204633 w 5028204"/>
              <a:gd name="csY2" fmla="*/ 8642224 h 8642224"/>
              <a:gd name="csX0" fmla="*/ 0 w 5028204"/>
              <a:gd name="csY0" fmla="*/ 0 h 8642224"/>
              <a:gd name="csX1" fmla="*/ 4927600 w 5028204"/>
              <a:gd name="csY1" fmla="*/ 4055716 h 8642224"/>
              <a:gd name="csX2" fmla="*/ 3204633 w 5028204"/>
              <a:gd name="csY2" fmla="*/ 8642224 h 8642224"/>
              <a:gd name="csX0" fmla="*/ 0 w 5114522"/>
              <a:gd name="csY0" fmla="*/ 0 h 8548709"/>
              <a:gd name="csX1" fmla="*/ 4953000 w 5114522"/>
              <a:gd name="csY1" fmla="*/ 3962201 h 8548709"/>
              <a:gd name="csX2" fmla="*/ 3230033 w 5114522"/>
              <a:gd name="csY2" fmla="*/ 8548709 h 8548709"/>
              <a:gd name="csX0" fmla="*/ 0 w 5094050"/>
              <a:gd name="csY0" fmla="*/ 0 h 8548709"/>
              <a:gd name="csX1" fmla="*/ 4953000 w 5094050"/>
              <a:gd name="csY1" fmla="*/ 3962201 h 8548709"/>
              <a:gd name="csX2" fmla="*/ 3230033 w 5094050"/>
              <a:gd name="csY2" fmla="*/ 8548709 h 8548709"/>
              <a:gd name="csX0" fmla="*/ 0 w 5094050"/>
              <a:gd name="csY0" fmla="*/ 0 h 8548709"/>
              <a:gd name="csX1" fmla="*/ 4953000 w 5094050"/>
              <a:gd name="csY1" fmla="*/ 3962201 h 8548709"/>
              <a:gd name="csX2" fmla="*/ 3230033 w 5094050"/>
              <a:gd name="csY2" fmla="*/ 8548709 h 854870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</a:cxnLst>
            <a:rect l="l" t="t" r="r" b="b"/>
            <a:pathLst>
              <a:path w="5094050" h="8548709">
                <a:moveTo>
                  <a:pt x="0" y="0"/>
                </a:moveTo>
                <a:cubicBezTo>
                  <a:pt x="2048933" y="1249038"/>
                  <a:pt x="4414661" y="2116597"/>
                  <a:pt x="4953000" y="3962201"/>
                </a:cubicBezTo>
                <a:cubicBezTo>
                  <a:pt x="5491339" y="5807805"/>
                  <a:pt x="4396316" y="7286029"/>
                  <a:pt x="3230033" y="8548709"/>
                </a:cubicBezTo>
              </a:path>
            </a:pathLst>
          </a:custGeom>
          <a:noFill/>
          <a:ln w="76200">
            <a:headEnd type="none" w="med" len="med"/>
            <a:tailEnd type="triangle" w="lg" len="lg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Rectangle 130">
            <a:extLst>
              <a:ext uri="{FF2B5EF4-FFF2-40B4-BE49-F238E27FC236}">
                <a16:creationId xmlns:a16="http://schemas.microsoft.com/office/drawing/2014/main" id="{51975782-E1BF-BDA9-7231-5D118F0272AC}"/>
              </a:ext>
            </a:extLst>
          </p:cNvPr>
          <p:cNvSpPr/>
          <p:nvPr/>
        </p:nvSpPr>
        <p:spPr>
          <a:xfrm>
            <a:off x="0" y="-3301"/>
            <a:ext cx="13275733" cy="1371602"/>
          </a:xfrm>
          <a:prstGeom prst="rect">
            <a:avLst/>
          </a:prstGeom>
          <a:gradFill flip="none" rotWithShape="1">
            <a:gsLst>
              <a:gs pos="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40000"/>
                  <a:lumOff val="60000"/>
                </a:schemeClr>
              </a:gs>
            </a:gsLst>
            <a:lin ang="0" scaled="1"/>
            <a:tileRect/>
          </a:gradFill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Stimuli </a:t>
            </a:r>
            <a:r>
              <a:rPr lang="fr-FR" sz="9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Selection</a:t>
            </a:r>
            <a:endParaRPr lang="en-GB" sz="9000" b="1" dirty="0">
              <a:solidFill>
                <a:schemeClr val="bg1"/>
              </a:solidFill>
              <a:latin typeface="Century Gothic" panose="020B0502020202020204" pitchFamily="34" charset="0"/>
            </a:endParaRPr>
          </a:p>
        </p:txBody>
      </p:sp>
      <p:sp>
        <p:nvSpPr>
          <p:cNvPr id="133" name="Rectangle 132">
            <a:extLst>
              <a:ext uri="{FF2B5EF4-FFF2-40B4-BE49-F238E27FC236}">
                <a16:creationId xmlns:a16="http://schemas.microsoft.com/office/drawing/2014/main" id="{1491E191-6B80-9E19-8C4B-94FA18CEF83A}"/>
              </a:ext>
            </a:extLst>
          </p:cNvPr>
          <p:cNvSpPr/>
          <p:nvPr/>
        </p:nvSpPr>
        <p:spPr>
          <a:xfrm>
            <a:off x="14528800" y="13008"/>
            <a:ext cx="21470938" cy="1371602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60000"/>
                  <a:lumOff val="40000"/>
                </a:schemeClr>
              </a:gs>
              <a:gs pos="100000">
                <a:schemeClr val="accent5">
                  <a:lumMod val="40000"/>
                  <a:lumOff val="60000"/>
                </a:schemeClr>
              </a:gs>
            </a:gsLst>
            <a:lin ang="0" scaled="1"/>
            <a:tileRect/>
          </a:gradFill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9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Phase 1: </a:t>
            </a:r>
            <a:r>
              <a:rPr lang="fr-FR" sz="9000" b="1" dirty="0" err="1">
                <a:solidFill>
                  <a:schemeClr val="bg1"/>
                </a:solidFill>
                <a:latin typeface="Century Gothic" panose="020B0502020202020204" pitchFamily="34" charset="0"/>
              </a:rPr>
              <a:t>Aesthetic</a:t>
            </a:r>
            <a:r>
              <a:rPr lang="fr-FR" sz="9000" b="1" dirty="0">
                <a:solidFill>
                  <a:schemeClr val="bg1"/>
                </a:solidFill>
                <a:latin typeface="Century Gothic" panose="020B0502020202020204" pitchFamily="34" charset="0"/>
              </a:rPr>
              <a:t> Evaluation </a:t>
            </a:r>
          </a:p>
        </p:txBody>
      </p:sp>
      <p:sp>
        <p:nvSpPr>
          <p:cNvPr id="138" name="Rectangle 137">
            <a:extLst>
              <a:ext uri="{FF2B5EF4-FFF2-40B4-BE49-F238E27FC236}">
                <a16:creationId xmlns:a16="http://schemas.microsoft.com/office/drawing/2014/main" id="{CC6F358F-3AD7-0C85-3125-A527D84037BB}"/>
              </a:ext>
            </a:extLst>
          </p:cNvPr>
          <p:cNvSpPr/>
          <p:nvPr/>
        </p:nvSpPr>
        <p:spPr>
          <a:xfrm>
            <a:off x="22259910" y="19330236"/>
            <a:ext cx="11407606" cy="946034"/>
          </a:xfrm>
          <a:prstGeom prst="rect">
            <a:avLst/>
          </a:prstGeom>
          <a:solidFill>
            <a:schemeClr val="bg1"/>
          </a:solidFill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fr-FR" sz="6600" b="1" dirty="0">
                <a:solidFill>
                  <a:schemeClr val="tx1"/>
                </a:solidFill>
              </a:rPr>
              <a:t>Eye </a:t>
            </a:r>
            <a:r>
              <a:rPr lang="fr-FR" sz="6600" b="1" dirty="0" err="1">
                <a:solidFill>
                  <a:schemeClr val="tx1"/>
                </a:solidFill>
              </a:rPr>
              <a:t>tracking</a:t>
            </a:r>
            <a:r>
              <a:rPr lang="fr-FR" sz="6600" b="1" dirty="0">
                <a:solidFill>
                  <a:schemeClr val="tx1"/>
                </a:solidFill>
              </a:rPr>
              <a:t> </a:t>
            </a:r>
            <a:r>
              <a:rPr lang="fr-FR" sz="6600" b="1" dirty="0" err="1">
                <a:solidFill>
                  <a:schemeClr val="tx1"/>
                </a:solidFill>
              </a:rPr>
              <a:t>Features</a:t>
            </a:r>
            <a:endParaRPr lang="en-GB" sz="6600" b="1" dirty="0">
              <a:solidFill>
                <a:schemeClr val="tx1"/>
              </a:solidFill>
            </a:endParaRPr>
          </a:p>
        </p:txBody>
      </p:sp>
      <p:pic>
        <p:nvPicPr>
          <p:cNvPr id="142" name="Picture 141">
            <a:extLst>
              <a:ext uri="{FF2B5EF4-FFF2-40B4-BE49-F238E27FC236}">
                <a16:creationId xmlns:a16="http://schemas.microsoft.com/office/drawing/2014/main" id="{E3586E0D-3736-7AFC-4B31-158F9E6A3193}"/>
              </a:ext>
            </a:extLst>
          </p:cNvPr>
          <p:cNvPicPr>
            <a:picLocks noChangeAspect="1"/>
          </p:cNvPicPr>
          <p:nvPr/>
        </p:nvPicPr>
        <p:blipFill>
          <a:blip r:embed="rId21"/>
          <a:stretch/>
        </p:blipFill>
        <p:spPr>
          <a:xfrm>
            <a:off x="19287867" y="18683986"/>
            <a:ext cx="2819458" cy="2819458"/>
          </a:xfrm>
          <a:prstGeom prst="rect">
            <a:avLst/>
          </a:prstGeom>
        </p:spPr>
      </p:pic>
      <p:pic>
        <p:nvPicPr>
          <p:cNvPr id="144" name="Picture 143">
            <a:extLst>
              <a:ext uri="{FF2B5EF4-FFF2-40B4-BE49-F238E27FC236}">
                <a16:creationId xmlns:a16="http://schemas.microsoft.com/office/drawing/2014/main" id="{7EAA1218-8AFB-D7BB-4C8D-5A90C673FB07}"/>
              </a:ext>
            </a:extLst>
          </p:cNvPr>
          <p:cNvPicPr>
            <a:picLocks noChangeAspect="1"/>
          </p:cNvPicPr>
          <p:nvPr/>
        </p:nvPicPr>
        <p:blipFill>
          <a:blip r:embed="rId22"/>
          <a:stretch/>
        </p:blipFill>
        <p:spPr>
          <a:xfrm>
            <a:off x="-12898" y="18887856"/>
            <a:ext cx="2577314" cy="2577314"/>
          </a:xfrm>
          <a:prstGeom prst="rect">
            <a:avLst/>
          </a:prstGeom>
        </p:spPr>
      </p:pic>
      <p:sp>
        <p:nvSpPr>
          <p:cNvPr id="148" name="Rectangle 147">
            <a:extLst>
              <a:ext uri="{FF2B5EF4-FFF2-40B4-BE49-F238E27FC236}">
                <a16:creationId xmlns:a16="http://schemas.microsoft.com/office/drawing/2014/main" id="{AC22C322-F13F-B246-C7A3-2743937978A4}"/>
              </a:ext>
            </a:extLst>
          </p:cNvPr>
          <p:cNvSpPr/>
          <p:nvPr/>
        </p:nvSpPr>
        <p:spPr>
          <a:xfrm>
            <a:off x="-2102285" y="22156203"/>
            <a:ext cx="12687490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4800" i="1" dirty="0">
                <a:solidFill>
                  <a:schemeClr val="tx1"/>
                </a:solidFill>
              </a:rPr>
              <a:t>Beauty</a:t>
            </a:r>
            <a:endParaRPr lang="en-GB" sz="4800" i="1" dirty="0">
              <a:solidFill>
                <a:schemeClr val="tx1"/>
              </a:solidFill>
            </a:endParaRPr>
          </a:p>
        </p:txBody>
      </p:sp>
      <p:sp>
        <p:nvSpPr>
          <p:cNvPr id="150" name="Rectangle 149">
            <a:extLst>
              <a:ext uri="{FF2B5EF4-FFF2-40B4-BE49-F238E27FC236}">
                <a16:creationId xmlns:a16="http://schemas.microsoft.com/office/drawing/2014/main" id="{05B90A30-B94B-1B52-8AB1-9D7552F292F3}"/>
              </a:ext>
            </a:extLst>
          </p:cNvPr>
          <p:cNvSpPr/>
          <p:nvPr/>
        </p:nvSpPr>
        <p:spPr>
          <a:xfrm>
            <a:off x="7497440" y="22167211"/>
            <a:ext cx="11996906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4800" i="1" dirty="0">
                <a:solidFill>
                  <a:schemeClr val="tx1"/>
                </a:solidFill>
              </a:rPr>
              <a:t>Valence</a:t>
            </a:r>
            <a:endParaRPr lang="en-GB" sz="4800" i="1" dirty="0">
              <a:solidFill>
                <a:schemeClr val="tx1"/>
              </a:solidFill>
            </a:endParaRPr>
          </a:p>
        </p:txBody>
      </p:sp>
      <p:sp>
        <p:nvSpPr>
          <p:cNvPr id="152" name="Rectangle 151">
            <a:extLst>
              <a:ext uri="{FF2B5EF4-FFF2-40B4-BE49-F238E27FC236}">
                <a16:creationId xmlns:a16="http://schemas.microsoft.com/office/drawing/2014/main" id="{DBB688D9-E442-9FAA-FF7C-E75A9AFBD40F}"/>
              </a:ext>
            </a:extLst>
          </p:cNvPr>
          <p:cNvSpPr/>
          <p:nvPr/>
        </p:nvSpPr>
        <p:spPr>
          <a:xfrm>
            <a:off x="-3210953" y="29170222"/>
            <a:ext cx="12687490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4800" i="1" dirty="0" err="1">
                <a:solidFill>
                  <a:schemeClr val="tx1"/>
                </a:solidFill>
              </a:rPr>
              <a:t>Meaning</a:t>
            </a:r>
            <a:endParaRPr lang="en-GB" sz="4800" i="1" dirty="0">
              <a:solidFill>
                <a:schemeClr val="tx1"/>
              </a:solidFill>
            </a:endParaRPr>
          </a:p>
        </p:txBody>
      </p:sp>
      <p:sp>
        <p:nvSpPr>
          <p:cNvPr id="154" name="Rectangle 153">
            <a:extLst>
              <a:ext uri="{FF2B5EF4-FFF2-40B4-BE49-F238E27FC236}">
                <a16:creationId xmlns:a16="http://schemas.microsoft.com/office/drawing/2014/main" id="{5ADE837D-CAA3-DC0B-52B1-93D6296BE55E}"/>
              </a:ext>
            </a:extLst>
          </p:cNvPr>
          <p:cNvSpPr/>
          <p:nvPr/>
        </p:nvSpPr>
        <p:spPr>
          <a:xfrm>
            <a:off x="6931988" y="29170222"/>
            <a:ext cx="12687490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fr-FR" sz="4800" i="1" dirty="0">
                <a:solidFill>
                  <a:schemeClr val="tx1"/>
                </a:solidFill>
              </a:rPr>
              <a:t>Worth</a:t>
            </a:r>
            <a:endParaRPr lang="en-GB" sz="4800" i="1" dirty="0">
              <a:solidFill>
                <a:schemeClr val="tx1"/>
              </a:solidFill>
            </a:endParaRPr>
          </a:p>
        </p:txBody>
      </p:sp>
      <p:pic>
        <p:nvPicPr>
          <p:cNvPr id="156" name="Picture 155">
            <a:extLst>
              <a:ext uri="{FF2B5EF4-FFF2-40B4-BE49-F238E27FC236}">
                <a16:creationId xmlns:a16="http://schemas.microsoft.com/office/drawing/2014/main" id="{585C9B37-75B0-8DA1-8B6E-EE4013D2E36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185" r="50555" b="53340"/>
          <a:stretch>
            <a:fillRect/>
          </a:stretch>
        </p:blipFill>
        <p:spPr>
          <a:xfrm>
            <a:off x="20363934" y="24045669"/>
            <a:ext cx="7842766" cy="3716703"/>
          </a:xfrm>
          <a:prstGeom prst="rect">
            <a:avLst/>
          </a:prstGeom>
        </p:spPr>
      </p:pic>
      <p:sp>
        <p:nvSpPr>
          <p:cNvPr id="158" name="Rectangle 157">
            <a:extLst>
              <a:ext uri="{FF2B5EF4-FFF2-40B4-BE49-F238E27FC236}">
                <a16:creationId xmlns:a16="http://schemas.microsoft.com/office/drawing/2014/main" id="{021D17B9-024F-EECF-18A2-3A94BB21601E}"/>
              </a:ext>
            </a:extLst>
          </p:cNvPr>
          <p:cNvSpPr/>
          <p:nvPr/>
        </p:nvSpPr>
        <p:spPr>
          <a:xfrm>
            <a:off x="18410395" y="21437632"/>
            <a:ext cx="11996906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i="1" dirty="0" err="1">
                <a:solidFill>
                  <a:schemeClr val="tx1"/>
                </a:solidFill>
              </a:rPr>
              <a:t>Laterality</a:t>
            </a:r>
            <a:endParaRPr lang="en-GB" sz="4800" i="1" dirty="0">
              <a:solidFill>
                <a:schemeClr val="tx1"/>
              </a:solidFill>
            </a:endParaRPr>
          </a:p>
        </p:txBody>
      </p:sp>
      <p:sp>
        <p:nvSpPr>
          <p:cNvPr id="162" name="Rectangle 161">
            <a:extLst>
              <a:ext uri="{FF2B5EF4-FFF2-40B4-BE49-F238E27FC236}">
                <a16:creationId xmlns:a16="http://schemas.microsoft.com/office/drawing/2014/main" id="{9B32A40C-1784-9F64-EE09-33C8805AA214}"/>
              </a:ext>
            </a:extLst>
          </p:cNvPr>
          <p:cNvSpPr/>
          <p:nvPr/>
        </p:nvSpPr>
        <p:spPr>
          <a:xfrm>
            <a:off x="26305596" y="21437632"/>
            <a:ext cx="11996906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i="1" dirty="0" err="1">
                <a:solidFill>
                  <a:schemeClr val="tx1"/>
                </a:solidFill>
              </a:rPr>
              <a:t>Centerdness</a:t>
            </a:r>
            <a:endParaRPr lang="en-GB" sz="4800" i="1" dirty="0">
              <a:solidFill>
                <a:schemeClr val="tx1"/>
              </a:solidFill>
            </a:endParaRPr>
          </a:p>
        </p:txBody>
      </p:sp>
      <p:sp>
        <p:nvSpPr>
          <p:cNvPr id="164" name="Rectangle 163">
            <a:extLst>
              <a:ext uri="{FF2B5EF4-FFF2-40B4-BE49-F238E27FC236}">
                <a16:creationId xmlns:a16="http://schemas.microsoft.com/office/drawing/2014/main" id="{1D7E2B3A-5FB8-A9A7-DEC1-13F1B072F3DE}"/>
              </a:ext>
            </a:extLst>
          </p:cNvPr>
          <p:cNvSpPr/>
          <p:nvPr/>
        </p:nvSpPr>
        <p:spPr>
          <a:xfrm>
            <a:off x="17195976" y="29170222"/>
            <a:ext cx="11996906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i="1" dirty="0" err="1">
                <a:solidFill>
                  <a:schemeClr val="tx1"/>
                </a:solidFill>
              </a:rPr>
              <a:t>Entropy</a:t>
            </a:r>
            <a:endParaRPr lang="en-GB" sz="4800" i="1" dirty="0">
              <a:solidFill>
                <a:schemeClr val="tx1"/>
              </a:solidFill>
            </a:endParaRPr>
          </a:p>
        </p:txBody>
      </p:sp>
      <p:sp>
        <p:nvSpPr>
          <p:cNvPr id="166" name="Rectangle 165">
            <a:extLst>
              <a:ext uri="{FF2B5EF4-FFF2-40B4-BE49-F238E27FC236}">
                <a16:creationId xmlns:a16="http://schemas.microsoft.com/office/drawing/2014/main" id="{7B1FA5B2-6DBA-4BCA-E8C6-D23AB334BC31}"/>
              </a:ext>
            </a:extLst>
          </p:cNvPr>
          <p:cNvSpPr/>
          <p:nvPr/>
        </p:nvSpPr>
        <p:spPr>
          <a:xfrm>
            <a:off x="27044826" y="29170222"/>
            <a:ext cx="11996906" cy="946034"/>
          </a:xfrm>
          <a:prstGeom prst="rect">
            <a:avLst/>
          </a:prstGeom>
          <a:noFill/>
          <a:ln w="76200"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 sz="4800" i="1" dirty="0">
                <a:solidFill>
                  <a:schemeClr val="tx1"/>
                </a:solidFill>
              </a:rPr>
              <a:t>Max. Shift</a:t>
            </a:r>
            <a:endParaRPr lang="en-GB" sz="4800" i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7226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381</TotalTime>
  <Words>43</Words>
  <Application>Microsoft Office PowerPoint</Application>
  <PresentationFormat>Custom</PresentationFormat>
  <Paragraphs>25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Calibri</vt:lpstr>
      <vt:lpstr>Century Gothic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Dominique Makowski</dc:creator>
  <cp:lastModifiedBy>Dominique Makowski</cp:lastModifiedBy>
  <cp:revision>38</cp:revision>
  <dcterms:created xsi:type="dcterms:W3CDTF">2026-07-07T10:58:46Z</dcterms:created>
  <dcterms:modified xsi:type="dcterms:W3CDTF">2026-07-07T17:20:25Z</dcterms:modified>
</cp:coreProperties>
</file>